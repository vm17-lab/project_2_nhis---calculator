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45" autoAdjust="0"/>
    <p:restoredTop sz="94660"/>
  </p:normalViewPr>
  <p:slideViewPr>
    <p:cSldViewPr snapToGrid="0">
      <p:cViewPr>
        <p:scale>
          <a:sx n="50" d="100"/>
          <a:sy n="50" d="100"/>
        </p:scale>
        <p:origin x="1987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7837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5710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4991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382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5656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507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2267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2970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73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5334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1913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479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0283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7540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2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69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D98DC-D892-48AD-820E-1A1517782CDB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B8304FB-2687-4ED4-9CE8-28612CC22E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67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ADE00-FD3B-113F-A9CB-52D7A5775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2232" y="1265903"/>
            <a:ext cx="8915399" cy="226278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Garamond" panose="02020404030301010803" pitchFamily="18" charset="0"/>
              </a:rPr>
              <a:t>Next Hikes IT Solutions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Vincy Mehta</a:t>
            </a:r>
            <a:endParaRPr lang="en-IN" dirty="0">
              <a:latin typeface="Garamond" panose="020204040303010108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C0FCE-98F0-9B9B-EA5E-0E969B78E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4412" y="4098953"/>
            <a:ext cx="8915399" cy="112628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/>
                </a:solidFill>
                <a:latin typeface="Garamond" panose="02020404030301010803" pitchFamily="18" charset="0"/>
              </a:rPr>
              <a:t>Calculator</a:t>
            </a:r>
            <a:endParaRPr lang="en-IN" sz="540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40870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20211A-3D97-F5CB-6E34-BF152C7EF6CD}"/>
              </a:ext>
            </a:extLst>
          </p:cNvPr>
          <p:cNvSpPr txBox="1"/>
          <p:nvPr/>
        </p:nvSpPr>
        <p:spPr>
          <a:xfrm>
            <a:off x="2014553" y="213360"/>
            <a:ext cx="9903127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3200" b="1" dirty="0">
                <a:latin typeface="Garamond" panose="02020404030301010803" pitchFamily="18" charset="0"/>
              </a:rPr>
              <a:t>Overview</a:t>
            </a:r>
            <a:endParaRPr lang="en-IN" sz="2400" b="1" dirty="0">
              <a:latin typeface="Garamond" panose="02020404030301010803" pitchFamily="18" charset="0"/>
            </a:endParaRPr>
          </a:p>
          <a:p>
            <a:r>
              <a:rPr lang="en-IN" sz="2800" dirty="0">
                <a:latin typeface="Garamond" panose="02020404030301010803" pitchFamily="18" charset="0"/>
              </a:rPr>
              <a:t>	A desktop calculator application built using Python's standard GUI library, Tkinter. It features a modern dark theme, support for scientific operations, and mode switching between Degrees and Radians.</a:t>
            </a:r>
          </a:p>
          <a:p>
            <a:pPr>
              <a:buNone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b="1" dirty="0">
                <a:latin typeface="Garamond" panose="02020404030301010803" pitchFamily="18" charset="0"/>
              </a:rPr>
              <a:t> </a:t>
            </a:r>
            <a:r>
              <a:rPr lang="en-IN" sz="3200" b="1" dirty="0">
                <a:latin typeface="Garamond" panose="02020404030301010803" pitchFamily="18" charset="0"/>
              </a:rPr>
              <a:t>Features (User Interface - UI)</a:t>
            </a:r>
            <a:endParaRPr lang="en-IN" sz="2800" b="1" dirty="0">
              <a:latin typeface="Garamond" panose="020204040303010108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Garamond" panose="02020404030301010803" pitchFamily="18" charset="0"/>
              </a:rPr>
              <a:t>Modern Theme</a:t>
            </a:r>
            <a:r>
              <a:rPr lang="en-IN" sz="2800" dirty="0">
                <a:latin typeface="Garamond" panose="02020404030301010803" pitchFamily="18" charset="0"/>
              </a:rPr>
              <a:t>: Utilizes a deep slate colour palette with amber and coral accents for readability.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dirty="0">
              <a:latin typeface="Garamond" panose="020204040303010108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Garamond" panose="02020404030301010803" pitchFamily="18" charset="0"/>
              </a:rPr>
              <a:t>Hover Effects</a:t>
            </a:r>
            <a:r>
              <a:rPr lang="en-IN" sz="2800" dirty="0">
                <a:latin typeface="Garamond" panose="02020404030301010803" pitchFamily="18" charset="0"/>
              </a:rPr>
              <a:t>: Buttons provide visual feedback when hovered over.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dirty="0">
              <a:latin typeface="Garamond" panose="020204040303010108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Garamond" panose="02020404030301010803" pitchFamily="18" charset="0"/>
              </a:rPr>
              <a:t>Mode Selection</a:t>
            </a:r>
            <a:r>
              <a:rPr lang="en-IN" sz="2800" dirty="0">
                <a:latin typeface="Garamond" panose="02020404030301010803" pitchFamily="18" charset="0"/>
              </a:rPr>
              <a:t>: Toggle instantly between </a:t>
            </a:r>
            <a:r>
              <a:rPr lang="en-IN" sz="2800" b="1" dirty="0">
                <a:latin typeface="Garamond" panose="02020404030301010803" pitchFamily="18" charset="0"/>
              </a:rPr>
              <a:t>Degrees</a:t>
            </a:r>
            <a:r>
              <a:rPr lang="en-IN" sz="2800" dirty="0">
                <a:latin typeface="Garamond" panose="02020404030301010803" pitchFamily="18" charset="0"/>
              </a:rPr>
              <a:t> and </a:t>
            </a:r>
            <a:r>
              <a:rPr lang="en-IN" sz="2800" b="1" dirty="0">
                <a:latin typeface="Garamond" panose="02020404030301010803" pitchFamily="18" charset="0"/>
              </a:rPr>
              <a:t>Radians</a:t>
            </a:r>
            <a:r>
              <a:rPr lang="en-IN" sz="2800" dirty="0">
                <a:latin typeface="Garamond" panose="02020404030301010803" pitchFamily="18" charset="0"/>
              </a:rPr>
              <a:t> for trigonometric functions.</a:t>
            </a:r>
          </a:p>
          <a:p>
            <a:endParaRPr lang="en-IN" dirty="0">
              <a:latin typeface="Garamond" panose="02020404030301010803" pitchFamily="18" charset="0"/>
            </a:endParaRPr>
          </a:p>
          <a:p>
            <a:endParaRPr lang="en-IN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96191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62EE98-A88C-E33B-B05C-15EFA4B92AB6}"/>
              </a:ext>
            </a:extLst>
          </p:cNvPr>
          <p:cNvSpPr txBox="1"/>
          <p:nvPr/>
        </p:nvSpPr>
        <p:spPr>
          <a:xfrm>
            <a:off x="2667000" y="89624"/>
            <a:ext cx="9342120" cy="667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3200" b="1" dirty="0">
                <a:latin typeface="Garamond" panose="02020404030301010803" pitchFamily="18" charset="0"/>
              </a:rPr>
              <a:t>Core Functionality</a:t>
            </a:r>
          </a:p>
          <a:p>
            <a:endParaRPr lang="en-IN" sz="3200" b="1" dirty="0">
              <a:latin typeface="Garamond" panose="020204040303010108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Garamond" panose="02020404030301010803" pitchFamily="18" charset="0"/>
              </a:rPr>
              <a:t>robust_eval Function</a:t>
            </a:r>
            <a:r>
              <a:rPr lang="en-IN" sz="2800" dirty="0">
                <a:latin typeface="Garamond" panose="02020404030301010803" pitchFamily="18" charset="0"/>
              </a:rPr>
              <a:t>: Securely parses and evaluates expressions. It maps GUI symbols (e.g., ×, ÷, √) to Python mathematical functions.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Garamond" panose="020204040303010108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Garamond" panose="02020404030301010803" pitchFamily="18" charset="0"/>
              </a:rPr>
              <a:t>Scientific Operations</a:t>
            </a:r>
            <a:r>
              <a:rPr lang="en-IN" sz="2800" dirty="0">
                <a:latin typeface="Garamond" panose="02020404030301010803" pitchFamily="18" charset="0"/>
              </a:rPr>
              <a:t>: Includes sin, cos, tan, log, ln, square root, and factorial.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Garamond" panose="020204040303010108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Garamond" panose="02020404030301010803" pitchFamily="18" charset="0"/>
              </a:rPr>
              <a:t>Feedback</a:t>
            </a:r>
            <a:r>
              <a:rPr lang="en-US" sz="2800" dirty="0">
                <a:latin typeface="Garamond" panose="02020404030301010803" pitchFamily="18" charset="0"/>
              </a:rPr>
              <a:t>: Includes haptic audio feedback via win sound on button clicks.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Garamond" panose="020204040303010108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Garamond" panose="02020404030301010803" pitchFamily="18" charset="0"/>
              </a:rPr>
              <a:t>Error Management</a:t>
            </a:r>
            <a:r>
              <a:rPr lang="en-US" sz="2800" dirty="0">
                <a:latin typeface="Garamond" panose="02020404030301010803" pitchFamily="18" charset="0"/>
              </a:rPr>
              <a:t>: Contains try...except blocks to handle invalid mathematical inputs, displaying a popup error instead of crashing.</a:t>
            </a:r>
            <a:endParaRPr lang="en-IN" sz="28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60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7E974F-D0EB-983B-E1E8-7B94577B01B5}"/>
              </a:ext>
            </a:extLst>
          </p:cNvPr>
          <p:cNvSpPr/>
          <p:nvPr/>
        </p:nvSpPr>
        <p:spPr>
          <a:xfrm>
            <a:off x="3977640" y="2733347"/>
            <a:ext cx="5349240" cy="139130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Wave2">
              <a:avLst>
                <a:gd name="adj1" fmla="val 12500"/>
                <a:gd name="adj2" fmla="val -787"/>
              </a:avLst>
            </a:prstTxWarp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0280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50</TotalTime>
  <Words>180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Century Gothic</vt:lpstr>
      <vt:lpstr>Garamond</vt:lpstr>
      <vt:lpstr>Wingdings</vt:lpstr>
      <vt:lpstr>Wingdings 3</vt:lpstr>
      <vt:lpstr>Wisp</vt:lpstr>
      <vt:lpstr>Next Hikes IT Solutions Vincy Mehta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Vincy Mehta</dc:creator>
  <cp:lastModifiedBy>Vincy Mehta</cp:lastModifiedBy>
  <cp:revision>2</cp:revision>
  <dcterms:created xsi:type="dcterms:W3CDTF">2026-02-10T09:42:42Z</dcterms:created>
  <dcterms:modified xsi:type="dcterms:W3CDTF">2026-02-10T10:33:13Z</dcterms:modified>
</cp:coreProperties>
</file>